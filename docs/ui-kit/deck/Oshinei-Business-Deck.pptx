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ln w="9525">
            <a:solidFill>
              <a:srgbClr val="1F3A6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237744"/>
            <a:ext cx="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" y="237744"/>
            <a:ext cx="0" cy="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53951" y="237744"/>
            <a:ext cx="-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53951" y="237744"/>
            <a:ext cx="0" cy="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" y="6620256"/>
            <a:ext cx="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6620256"/>
            <a:ext cx="0" cy="-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53951" y="6620256"/>
            <a:ext cx="-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53951" y="6620256"/>
            <a:ext cx="0" cy="-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87188" y="1531620"/>
            <a:ext cx="1417320" cy="1417320"/>
          </a:xfrm>
          <a:prstGeom prst="ellipse">
            <a:avLst/>
          </a:prstGeom>
          <a:solidFill>
            <a:srgbClr val="1F3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58054" y="1602486"/>
            <a:ext cx="1275588" cy="1275588"/>
          </a:xfrm>
          <a:prstGeom prst="ellipse">
            <a:avLst/>
          </a:prstGeom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7188" y="1985162"/>
            <a:ext cx="1417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95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OSHINEI</a:t>
            </a:r>
            <a:endParaRPr lang="en-US" sz="1395" dirty="0"/>
          </a:p>
        </p:txBody>
      </p:sp>
      <p:sp>
        <p:nvSpPr>
          <p:cNvPr id="14" name="Text 12"/>
          <p:cNvSpPr/>
          <p:nvPr/>
        </p:nvSpPr>
        <p:spPr>
          <a:xfrm>
            <a:off x="5387188" y="2268626"/>
            <a:ext cx="1417320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おしねい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698998" y="2580437"/>
            <a:ext cx="255118" cy="-141732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54116" y="2438705"/>
            <a:ext cx="226771" cy="141732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0887" y="2580437"/>
            <a:ext cx="226771" cy="-170078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32461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OSHINEI ENTERPRISE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35204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Cost Analysis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2438248" y="4526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analytics dashboard for the salmon-buffet chain — revenue, gross profit, menu engineering, and BoM cost in one place.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0" y="59893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ln w="9525">
            <a:solidFill>
              <a:srgbClr val="1F3A6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237744"/>
            <a:ext cx="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" y="237744"/>
            <a:ext cx="0" cy="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53951" y="237744"/>
            <a:ext cx="-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53951" y="237744"/>
            <a:ext cx="0" cy="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" y="6620256"/>
            <a:ext cx="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6620256"/>
            <a:ext cx="0" cy="-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53951" y="6620256"/>
            <a:ext cx="-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53951" y="6620256"/>
            <a:ext cx="0" cy="-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93831" y="585216"/>
            <a:ext cx="566928" cy="566928"/>
          </a:xfrm>
          <a:prstGeom prst="ellipse">
            <a:avLst/>
          </a:prstGeom>
          <a:solidFill>
            <a:srgbClr val="1F3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22178" y="613562"/>
            <a:ext cx="510235" cy="510235"/>
          </a:xfrm>
          <a:prstGeom prst="ellipse">
            <a:avLst/>
          </a:prstGeom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93831" y="766633"/>
            <a:ext cx="566928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8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OSHINEI</a:t>
            </a:r>
            <a:endParaRPr lang="en-US" sz="558" dirty="0"/>
          </a:p>
        </p:txBody>
      </p:sp>
      <p:sp>
        <p:nvSpPr>
          <p:cNvPr id="14" name="Text 12"/>
          <p:cNvSpPr/>
          <p:nvPr/>
        </p:nvSpPr>
        <p:spPr>
          <a:xfrm>
            <a:off x="10993831" y="880019"/>
            <a:ext cx="566928" cy="102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おしねい</a:t>
            </a:r>
            <a:endParaRPr lang="en-US" sz="372" dirty="0"/>
          </a:p>
        </p:txBody>
      </p:sp>
      <p:sp>
        <p:nvSpPr>
          <p:cNvPr id="15" name="Shape 13"/>
          <p:cNvSpPr/>
          <p:nvPr/>
        </p:nvSpPr>
        <p:spPr>
          <a:xfrm>
            <a:off x="11118555" y="1004743"/>
            <a:ext cx="102047" cy="-56693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20602" y="948050"/>
            <a:ext cx="90708" cy="56693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11311" y="1004743"/>
            <a:ext cx="90708" cy="-68031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2815" y="71323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F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OSHINEI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1325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dashboard, every cost question answered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868680" y="2651760"/>
            <a:ext cx="566928" cy="56692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2633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&amp; GP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45920" y="303580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Ex-VAT revenue, gross profit and net profit across 26 active branches — daily to yearly.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2651760"/>
            <a:ext cx="566928" cy="56692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32320" y="2633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Engineering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32320" y="303580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analysis sorts every dish into Stars, Plowhorses, Puzzles and Dogs with clear actions.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8680" y="4343400"/>
            <a:ext cx="566928" cy="56692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45920" y="4325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BoM Cost + Simulator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645920" y="472744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Bill-of-materials costing with a live what-if simulator for ingredient and price changes.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55080" y="4343400"/>
            <a:ext cx="566928" cy="56692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132320" y="4325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&amp; Forecast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132320" y="472744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period comparison and month-end projection with on-track branch indicators.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ln w="9525">
            <a:solidFill>
              <a:srgbClr val="1F3A6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237744"/>
            <a:ext cx="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" y="237744"/>
            <a:ext cx="0" cy="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53951" y="237744"/>
            <a:ext cx="-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53951" y="237744"/>
            <a:ext cx="0" cy="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" y="6620256"/>
            <a:ext cx="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6620256"/>
            <a:ext cx="0" cy="-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53951" y="6620256"/>
            <a:ext cx="-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53951" y="6620256"/>
            <a:ext cx="0" cy="-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13716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· MAY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16916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in five figures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23848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฿9.4M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1523848" y="3630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(ex-VAT)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2808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39.7%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632808" y="3630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41768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7741768" y="3630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branches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78328" y="4434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฿629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3078328" y="5276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/ bill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87288" y="4434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41.1K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187288" y="5276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/ mo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ln w="9525">
            <a:solidFill>
              <a:srgbClr val="1F3A6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237744"/>
            <a:ext cx="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" y="237744"/>
            <a:ext cx="0" cy="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53951" y="237744"/>
            <a:ext cx="-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53951" y="237744"/>
            <a:ext cx="0" cy="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" y="6620256"/>
            <a:ext cx="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6620256"/>
            <a:ext cx="0" cy="-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53951" y="6620256"/>
            <a:ext cx="-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53951" y="6620256"/>
            <a:ext cx="0" cy="-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93831" y="585216"/>
            <a:ext cx="566928" cy="566928"/>
          </a:xfrm>
          <a:prstGeom prst="ellipse">
            <a:avLst/>
          </a:prstGeom>
          <a:solidFill>
            <a:srgbClr val="1F3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22178" y="613562"/>
            <a:ext cx="510235" cy="510235"/>
          </a:xfrm>
          <a:prstGeom prst="ellipse">
            <a:avLst/>
          </a:prstGeom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93831" y="766633"/>
            <a:ext cx="566928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8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OSHINEI</a:t>
            </a:r>
            <a:endParaRPr lang="en-US" sz="558" dirty="0"/>
          </a:p>
        </p:txBody>
      </p:sp>
      <p:sp>
        <p:nvSpPr>
          <p:cNvPr id="14" name="Text 12"/>
          <p:cNvSpPr/>
          <p:nvPr/>
        </p:nvSpPr>
        <p:spPr>
          <a:xfrm>
            <a:off x="10993831" y="880019"/>
            <a:ext cx="566928" cy="102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おしねい</a:t>
            </a:r>
            <a:endParaRPr lang="en-US" sz="372" dirty="0"/>
          </a:p>
        </p:txBody>
      </p:sp>
      <p:sp>
        <p:nvSpPr>
          <p:cNvPr id="15" name="Shape 13"/>
          <p:cNvSpPr/>
          <p:nvPr/>
        </p:nvSpPr>
        <p:spPr>
          <a:xfrm>
            <a:off x="11118555" y="1004743"/>
            <a:ext cx="102047" cy="-56693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20602" y="948050"/>
            <a:ext cx="90708" cy="56693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11311" y="1004743"/>
            <a:ext cx="90708" cy="-68031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2815" y="71323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F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OSHINEI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1325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tight, purposeful palette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6868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 accent with semantic green / red / amber — built for clarity in a B2B analytics tool.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" y="274320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187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#4F46E5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274320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187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#10B981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03320" y="274320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03320" y="4187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#EF4444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274320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4187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37960" y="274320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37960" y="4187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#06B6D4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4709160"/>
            <a:ext cx="548640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EXTENSION · NOT IN SOURCE PRODUCT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80" y="512064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F97066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6309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" y="6565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#F97066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0" y="512064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E8685A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0" y="6309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Salmon-deep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86000" y="6565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#E8685A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03320" y="512064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3703320" y="6309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703320" y="6565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#0D9488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ln w="9525">
            <a:solidFill>
              <a:srgbClr val="1F3A6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237744"/>
            <a:ext cx="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" y="237744"/>
            <a:ext cx="0" cy="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53951" y="237744"/>
            <a:ext cx="-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53951" y="237744"/>
            <a:ext cx="0" cy="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" y="6620256"/>
            <a:ext cx="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6620256"/>
            <a:ext cx="0" cy="-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53951" y="6620256"/>
            <a:ext cx="-566928" cy="0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53951" y="6620256"/>
            <a:ext cx="0" cy="-566928"/>
          </a:xfrm>
          <a:prstGeom prst="line">
            <a:avLst/>
          </a:prstGeom>
          <a:noFill/>
          <a:ln w="25400">
            <a:solidFill>
              <a:srgbClr val="1F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55768" y="1828800"/>
            <a:ext cx="1280160" cy="1280160"/>
          </a:xfrm>
          <a:prstGeom prst="ellipse">
            <a:avLst/>
          </a:prstGeom>
          <a:solidFill>
            <a:srgbClr val="1F3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5519776" y="1892808"/>
            <a:ext cx="1152144" cy="1152144"/>
          </a:xfrm>
          <a:prstGeom prst="ellipse">
            <a:avLst/>
          </a:prstGeom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55768" y="2238451"/>
            <a:ext cx="1280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OSHINEI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5455768" y="2494483"/>
            <a:ext cx="12801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おしねい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737403" y="2776118"/>
            <a:ext cx="230429" cy="-128016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67832" y="2648102"/>
            <a:ext cx="204826" cy="128016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657" y="2776118"/>
            <a:ext cx="204826" cy="-153619"/>
          </a:xfrm>
          <a:prstGeom prst="line">
            <a:avLst/>
          </a:prstGeom>
          <a:noFill/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34290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Oshinei — Sales &amp; Cost Analysis  ·  oshinei-dashboard.fly.dev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Oshinei — Sales &amp; Cost Analysis</dc:title>
  <dc:subject>PptxGenJS Presentation</dc:subject>
  <dc:creator>Oshinei</dc:creator>
  <cp:lastModifiedBy>Oshinei</cp:lastModifiedBy>
  <cp:revision>1</cp:revision>
  <dcterms:created xsi:type="dcterms:W3CDTF">2026-06-03T06:28:44Z</dcterms:created>
  <dcterms:modified xsi:type="dcterms:W3CDTF">2026-06-03T06:28:44Z</dcterms:modified>
</cp:coreProperties>
</file>